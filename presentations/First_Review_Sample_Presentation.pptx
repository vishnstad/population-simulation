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373BC-756C-9947-D7F4-7EF02F453481}" v="8" dt="2026-07-22T11:04:40.345"/>
    <p1510:client id="{A2F7B59D-34B7-EC53-B3A4-86C845347CED}" v="1" dt="2026-07-22T10:58:13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</a:t>
            </a:r>
            <a:r>
              <a:rPr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86200"/>
            <a:ext cx="7936992" cy="224028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/>
              <a:t>Student Details:</a:t>
            </a:r>
          </a:p>
          <a:p>
            <a:r>
              <a:rPr dirty="0"/>
              <a:t>1. Name – Reg No.</a:t>
            </a:r>
          </a:p>
          <a:p>
            <a:r>
              <a:rPr dirty="0"/>
              <a:t>2. Name – Reg No.</a:t>
            </a:r>
          </a:p>
          <a:p>
            <a:r>
              <a:rPr dirty="0"/>
              <a:t>3. Name – Reg No.</a:t>
            </a:r>
          </a:p>
          <a:p>
            <a:r>
              <a:rPr dirty="0"/>
              <a:t>4. Name – Reg No.</a:t>
            </a:r>
            <a:endParaRPr lang="en-IN" dirty="0"/>
          </a:p>
          <a:p>
            <a:endParaRPr lang="en-IN" dirty="0"/>
          </a:p>
          <a:p>
            <a:r>
              <a:rPr lang="en-IN" dirty="0"/>
              <a:t>Team Number: ______</a:t>
            </a:r>
          </a:p>
          <a:p>
            <a:r>
              <a:rPr lang="en-IN" dirty="0"/>
              <a:t>Supervisor: ______</a:t>
            </a:r>
          </a:p>
          <a:p>
            <a:endParaRPr dirty="0"/>
          </a:p>
        </p:txBody>
      </p:sp>
      <p:pic>
        <p:nvPicPr>
          <p:cNvPr id="4" name="Picture 3" descr="1ebf939e-38c1-4044-bb92-b6712d24ad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611" y="91440"/>
            <a:ext cx="5332778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65760" y="13777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/>
              <a:t>FIRST REVIEW – B.TECH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65760" y="3112389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dirty="0"/>
              <a:t>Team No.: 07
Student 1 – Reg. No. | Student 2 – Reg. No.
Student 3 – Reg. No. | Student 4 – Reg.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8691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dirty="0"/>
              <a:t>Supervisor: Dr. XXXXX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01 | Project Progress Since Zeroth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8147304" cy="281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Core message of First Review: show what has been DONE, IMPLEMENTED and VALIDATED since the Zeroth Review.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Problem → Gap → Objective → Methodology → Implementation → Experiment → Result.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Highlight completed modules and measurable progress rather than repeating the proposal.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Use evidence: architecture, implementation screenshots, prototype/demo, test cases and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02 | 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982712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endParaRPr lang="en-IN"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Problem: </a:t>
            </a:r>
            <a:endParaRPr lang="en-IN"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Scope:</a:t>
            </a:r>
            <a:endParaRPr lang="en-IN"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Objective 1: </a:t>
            </a:r>
            <a:endParaRPr lang="en-IN"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Objective 2: </a:t>
            </a:r>
            <a:endParaRPr lang="en-IN" dirty="0"/>
          </a:p>
          <a:p>
            <a:pPr>
              <a:spcAft>
                <a:spcPts val="1000"/>
              </a:spcAft>
              <a:defRPr sz="1900"/>
            </a:pPr>
            <a:r>
              <a:rPr dirty="0"/>
              <a:t>Objective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/>
              <a:t>03 | </a:t>
            </a:r>
            <a:r>
              <a:rPr lang="en-IN" sz="2700" b="1" dirty="0"/>
              <a:t>Consolidated </a:t>
            </a:r>
            <a:r>
              <a:rPr sz="2700" b="1" dirty="0"/>
              <a:t>Literature Review &amp; </a:t>
            </a:r>
            <a:r>
              <a:rPr lang="en-IN" sz="2700" b="1" dirty="0"/>
              <a:t>Research</a:t>
            </a:r>
            <a:r>
              <a:rPr sz="2700" b="1" dirty="0"/>
              <a:t>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04 | Finalized System 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05 | Implementation Status – Prototype / Proof-of-Concept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06 | Experimental Setup &amp;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07 | Results – Quantitative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08 | Results Analysis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09 | Prototype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10 | Current Limitations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11 | Remaining Work &amp; Completion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12 | Project Contribution &amp; Current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13 | Team Contribution &amp;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/>
              <a:t>14 |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/>
              <a:t>FIRST REVIEW • SAMPLE FORMAT • Slide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374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 V</cp:lastModifiedBy>
  <cp:revision>10</cp:revision>
  <dcterms:created xsi:type="dcterms:W3CDTF">2013-01-27T09:14:16Z</dcterms:created>
  <dcterms:modified xsi:type="dcterms:W3CDTF">2026-09-17T06:10:46Z</dcterms:modified>
  <cp:category/>
</cp:coreProperties>
</file>